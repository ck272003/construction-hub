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Arial"/>
              </a:rPr>
              <a:t>Committed vs. Completed User Stories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Committed</c:v>
                </c:pt>
              </c:strCache>
            </c:strRef>
          </c:tx>
          <c:spPr>
            <a:solidFill>
              <a:srgbClr val="1A35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Sprint 1</c:v>
                  </c:pt>
                  <c:pt idx="1">
                    <c:v>Sprint 2</c:v>
                  </c:pt>
                  <c:pt idx="2">
                    <c:v>Overall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Sprint 1</c:v>
                  </c:pt>
                  <c:pt idx="1">
                    <c:v>Sprint 2</c:v>
                  </c:pt>
                  <c:pt idx="2">
                    <c:v>Overall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6</c:v>
                </c:pt>
                <c:pt idx="2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6908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7532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6908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6596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6596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1752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908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7532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6596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6908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2376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7532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APPLICATION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CONSTRUCTION NEEDS</a:t>
            </a:r>
            <a:endParaRPr lang="en-US" sz="3400" dirty="0"/>
          </a:p>
        </p:txBody>
      </p:sp>
      <p:sp>
        <p:nvSpPr>
          <p:cNvPr id="45" name="Shape 43"/>
          <p:cNvSpPr/>
          <p:nvPr/>
        </p:nvSpPr>
        <p:spPr>
          <a:xfrm>
            <a:off x="2286000" y="2194560"/>
            <a:ext cx="457200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Minor Project Report — 6th Semester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286000" y="2880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 Pandey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RA2211029010013
</a:t>
            </a:r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Chiranjeev Kumar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RA2211029010019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 Dr. S. Ushasukhanya, Associate Professor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Networking &amp; Communications | SRM Institute of Science &amp; Technology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4A017">
              <a:alpha val="70000"/>
            </a:srgbClr>
          </a:solidFill>
          <a:ln w="12700">
            <a:solidFill>
              <a:srgbClr val="D4A017">
                <a:alpha val="7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NETWORKING AND COMMUNICATIONS  |  B.TECH CSE  |  MAY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Problem Statement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5603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2651760" cy="822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170432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7556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139696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disconnected tools for planning, procurement, labor &amp; communication causing data silos.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0515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51560"/>
            <a:ext cx="2651760" cy="822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170432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17556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Data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291840" y="2139696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reactively; problems identified only after delays and cost overruns occur.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0515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051560"/>
            <a:ext cx="2651760" cy="8229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170432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175564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Overruns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26480" y="2139696"/>
            <a:ext cx="24688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coordination between clients, engineers &amp; suppliers leads to budget blowouts.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291840"/>
            <a:ext cx="8412480" cy="1508760"/>
          </a:xfrm>
          <a:prstGeom prst="rect">
            <a:avLst/>
          </a:prstGeom>
          <a:solidFill>
            <a:srgbClr val="1A3559"/>
          </a:solidFill>
          <a:ln w="12700">
            <a:solidFill>
              <a:srgbClr val="1A3559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65760" y="3291840"/>
            <a:ext cx="91440" cy="1508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94360" y="33649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94360" y="3657600"/>
            <a:ext cx="8046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with site managers, engineers, and clients revealed uncoordinated schedules, mismatched supply orders, and labor delays. Most digital tools available are expensive and non-customizable. Our project democratizes digital access for the construction industry by offering an affordable, scalable, end-to-end platform for all stakeholders.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Product Vision &amp; Goals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19456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Statement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25146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digital platform that unifies every stage of construction — from planning and procurement to labour management and client communication — serving contractors, engineers, architects, real estate developers, and government agencies through role-specific dashboards.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7043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49240" y="10607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49240" y="1325880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human error, improve communication, enable on-time project delivery via automation &amp; real-time tracking.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975104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3969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20299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49240" y="229514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 into a construction ecosystem — a marketplace where clients hire, suppliers list materials, and contractors submit tenders.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2944368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1089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49240" y="29992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AI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349240" y="3264408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project risks, optimize resource usage, and deliver intelligence-driven recommendations using ML models.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3886200"/>
            <a:ext cx="4023360" cy="914400"/>
          </a:xfrm>
          <a:prstGeom prst="rect">
            <a:avLst/>
          </a:prstGeom>
          <a:solidFill>
            <a:srgbClr val="D4A017">
              <a:alpha val="9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846320" y="4206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9: Industry, Innovation &amp; Infrastructure  |  SDG 11: Sustainable Cities &amp; Communities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reduces waste, enables smarter resource planning, and democratizes digital access for small contractors.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0116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Microservices-Based Architecture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71600"/>
            <a:ext cx="2697480" cy="4572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417320"/>
            <a:ext cx="2551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92024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(React.js)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Interface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UI/UX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417320"/>
            <a:ext cx="2551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(Backend)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192024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 (JWT)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Search &amp; Filter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Verification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371600"/>
            <a:ext cx="269748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371600"/>
            <a:ext cx="2697480" cy="457200"/>
          </a:xfrm>
          <a:prstGeom prst="rect">
            <a:avLst/>
          </a:prstGeom>
          <a:solidFill>
            <a:srgbClr val="1A3559"/>
          </a:solidFill>
          <a:ln w="12700">
            <a:solidFill>
              <a:srgbClr val="1A35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53912" y="1417320"/>
            <a:ext cx="2551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92024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File Storage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(DBMS)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3017520"/>
            <a:ext cx="4572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3017520"/>
            <a:ext cx="4572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solidFill>
            <a:srgbClr val="0B1F3A">
              <a:alpha val="95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873752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Exchange: Real-Time (REST APIs) for critical ops  |  Periodic Syncs for analytics  |  File-Based (S3) for documents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Product Backlog — User Stories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32004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005840"/>
                <a:gridCol w="6446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US #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User Story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New User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Sign up as client, builder, or admin to access role-relevant features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Log in securely to access personal account and application features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 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Admin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Verify and approve builder registrations — only authenticated builders listed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 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Builder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Create/manage profile with company details, services, and past projects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 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Client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Browse verified builders and construction companies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 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Client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View limited builder info without login to explore before signing 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 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Client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Search &amp; filter builders by location, services, and ratings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 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Client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Contact builder via contact form or shared details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 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Client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View detailed builder profile post-login for informed decision-making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 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Admin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Manage users, listings, and reported issues for platform integrity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 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Builder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View analytics (views, lead generation) to track business performance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Agile Sprint Planning &amp; Execution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32918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user landing page and enable auth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US#1: User registration (Client, Builder, Admin)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US#2: Secure login with JWT tokens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US#3: Admin approves builder registrations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US#4: Builder profile creation &amp; management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US#5: Client browses verified builders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5079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 ·  Login/Signup UI  ·  Schema diagram  ·  Microservices architecture  ·  REST API setup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4160520" cy="502920"/>
          </a:xfrm>
          <a:prstGeom prst="rect">
            <a:avLst/>
          </a:prstGeom>
          <a:solidFill>
            <a:srgbClr val="1A3559"/>
          </a:solidFill>
          <a:ln w="12700">
            <a:solidFill>
              <a:srgbClr val="1A3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515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57276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Core client-facing features &amp; builder verification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US#6: Guest access — limited builder preview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US#7: Search &amp; filter by location, service, ratings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US#8: Client-to-builder contact form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US#9: Full builder profile (post-login)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US#10: Admin moderation dashboard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US#11: Builder analytics (views, leads)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794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405079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verification flow  ·  Document upload (S3)  ·  Search service  ·  Admin dashboard  ·  Test cases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Key Platform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286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73152" cy="17556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618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17043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517904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 for Clients, Builders &amp; Admins with tailored dashboards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005840"/>
            <a:ext cx="73152" cy="17556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26187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58768" y="117043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&amp; Filter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858768" y="1517904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builders by location, service type &amp; ratings with real-time results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0760" y="1005840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005840"/>
            <a:ext cx="73152" cy="17556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6187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39128" y="117043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Verification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739128" y="1517904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(S3) with admin approval workflow for trusted listings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20040" y="2926080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926080"/>
            <a:ext cx="73152" cy="17556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18211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78408" y="30906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Messaging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978408" y="3438144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client-to-builder contact forms without exposing personal details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00400" y="2926080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0" y="2926080"/>
            <a:ext cx="73152" cy="17556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18211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58768" y="30906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Analytics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858768" y="3438144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view counts, lead generation tracking, and performance insights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80760" y="2926080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80760" y="2926080"/>
            <a:ext cx="73152" cy="17556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182112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39128" y="309067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739128" y="3438144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moderation: user management, complaints, and platform health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Results &amp; Project Outcomes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7432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20040" y="100584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572000" y="1005840"/>
            <a:ext cx="42519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02352" y="106070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102352" y="1280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functional, responsive web platform deployed end-to-end.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0" y="1664208"/>
            <a:ext cx="4251960" cy="5760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55648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02352" y="171907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Verification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5102352" y="1938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3-role system (Client, Builder, Admin) with admin-gated builder activation.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0" y="2322576"/>
            <a:ext cx="42519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414016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02352" y="23774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5102352" y="25968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encryption, session management &amp; role-based access control.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572000" y="2980944"/>
            <a:ext cx="4251960" cy="5760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072384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02352" y="303580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Discovery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5102352" y="32552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search UI with intuitive navigation and category browsing.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572000" y="3639312"/>
            <a:ext cx="4251960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730752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02352" y="36941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5102352" y="39136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ready for chat, payments, and project tracking modules.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4572000" y="4297680"/>
            <a:ext cx="4251960" cy="576072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4389120"/>
            <a:ext cx="347472" cy="34747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02352" y="43525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Delivery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5102352" y="4572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committed user stories completed across both sprints.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Conclusion &amp; Future Enhancements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356616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3931920" cy="1920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91440" cy="1920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scalable, secure, centralized digital platform bridging clients with verified construction professionals. The platform emphasizes trust, transparency, and accessibility — serving all stakeholders from individual contractors to large developers. 100% of committed user stories delivered across two Agile sprints.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07899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0789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16752" y="107899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0789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52944" y="1078992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1A3559"/>
          </a:solidFill>
          <a:ln w="12700">
            <a:solidFill>
              <a:srgbClr val="1A35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52944" y="10789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17373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737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16752" y="173736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16752" y="17373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0632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20040" y="3493008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602736"/>
            <a:ext cx="347472" cy="34747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50392" y="352958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50392" y="37856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to suggest builders by budget, location &amp; past ratings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0400" y="3493008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3602736"/>
            <a:ext cx="347472" cy="34747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730752" y="352958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Support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3730752" y="37856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messaging between clients and builders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080760" y="3493008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602736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611112" y="352958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611112" y="37856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&amp; iOS apps for on-the-go project access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320040" y="4178808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288536"/>
            <a:ext cx="347472" cy="34747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50392" y="421538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850392" y="44714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milestone-based transactions within the platform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3200400" y="4178808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4288536"/>
            <a:ext cx="347472" cy="34747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730752" y="421538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730752" y="44714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dashboards with performance metrics for all roles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6080760" y="4178808"/>
            <a:ext cx="2697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4288536"/>
            <a:ext cx="347472" cy="34747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611112" y="421538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6611112" y="44714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options for diverse regional user bases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D4A017">
              <a:alpha val="12000"/>
            </a:srgbClr>
          </a:solidFill>
          <a:ln w="12700">
            <a:solidFill>
              <a:srgbClr val="D4A017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2743200" y="2240280"/>
            <a:ext cx="36576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Application for All Construction Needs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0175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 Pandey</a:t>
            </a:r>
            <a:pPr algn="ctr" indent="0" marL="0">
              <a:buNone/>
            </a:pPr>
            <a:r>
              <a:rPr lang="en-US" sz="15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RA2211029010013
</a:t>
            </a:r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Chiranjeev Kumar</a:t>
            </a:r>
            <a:pPr algn="ctr" indent="0" marL="0">
              <a:buNone/>
            </a:pPr>
            <a:r>
              <a:rPr lang="en-US" sz="15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RA2211029010019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Dr. S. Ushasukhanya  |  Dept. of Networking &amp; Communications  |  SRM IST  |  May 2025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D4A017">
              <a:alpha val="70000"/>
            </a:srgbClr>
          </a:solidFill>
          <a:ln w="12700">
            <a:solidFill>
              <a:srgbClr val="D4A017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Construction Platform</dc:title>
  <dc:subject>PptxGenJS Presentation</dc:subject>
  <dc:creator>Vedant Pandey &amp; Chiranjeev Kumar</dc:creator>
  <cp:lastModifiedBy>Vedant Pandey &amp; Chiranjeev Kumar</cp:lastModifiedBy>
  <cp:revision>1</cp:revision>
  <dcterms:created xsi:type="dcterms:W3CDTF">2026-05-17T19:32:30Z</dcterms:created>
  <dcterms:modified xsi:type="dcterms:W3CDTF">2026-05-17T19:32:30Z</dcterms:modified>
</cp:coreProperties>
</file>